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0693400" cy="7556500"/>
  <p:notesSz cx="10693400" cy="7556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5"/>
            <a:ext cx="9089390" cy="1586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8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507101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4670" y="302260"/>
            <a:ext cx="9624060" cy="1209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7995"/>
            <a:ext cx="9624060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635756" y="7027545"/>
            <a:ext cx="3421888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1116982"/>
            <a:ext cx="10312400" cy="532253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1116982"/>
            <a:ext cx="10312400" cy="532253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1116982"/>
            <a:ext cx="10312400" cy="532253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1116982"/>
            <a:ext cx="10312400" cy="532253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1116982"/>
            <a:ext cx="10312400" cy="532253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1116982"/>
            <a:ext cx="10312400" cy="532253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1116982"/>
            <a:ext cx="10312400" cy="532253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1116982"/>
            <a:ext cx="10312400" cy="532253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1116982"/>
            <a:ext cx="10312400" cy="532253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1116982"/>
            <a:ext cx="10312400" cy="532253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2026-05-26T22:39:37Z</dcterms:created>
  <dcterms:modified xsi:type="dcterms:W3CDTF">2026-05-26T22:39:37Z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2026-05-26T00:00:00Z</vt:filetime>
  </property>
  <property fmtid="{D5CDD505-2E9C-101B-9397-08002B2CF9AE}" pid="3" name="LastSaved">
    <vt:filetime>2026-05-26T00:00:00Z</vt:filetime>
  </property>
  <property fmtid="{D5CDD505-2E9C-101B-9397-08002B2CF9AE}" pid="4" name="Producer">
    <vt:lpwstr>3-Heights(TM) PDF Security Shell 4.8.25.2 (http://www.pdf-tools.com)</vt:lpwstr>
  </property>
</Properties>
</file>